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Accommodation and Student Services Management System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2651760"/>
            <a:ext cx="1828800" cy="0"/>
          </a:xfrm>
          <a:prstGeom prst="line">
            <a:avLst/>
          </a:prstGeom>
          <a:noFill/>
          <a:ln w="31750">
            <a:solidFill>
              <a:srgbClr val="9DC3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(DBMS) - Course Project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4747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Sindhu (25wu0102316)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Uday Soni (25wu0101148)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Woxsen University | 2026-27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Description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630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Hostels track rooms, payments and complaints in registers or spreadsheets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double allocation, lost records and slow complaint handling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Users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38328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Warden, hostel, room, student, allocation, payment, service request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warden and admin office; students view and request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46304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normalized database up to 3NF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room over-allocation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fee payments and service requests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UI to insert, delete and view records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pic>
        <p:nvPicPr>
          <p:cNvPr id="5" name="Image 0" descr="ER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239158" cy="3611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1417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Warden, Hostel, Room, Student, Allocation, Payment, Service_Request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2286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260604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 - Hostel: 1 : 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- Room: 1 : 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- Room (via Allocation): M : 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- Payment: 1 : 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- Service Request: 1 : 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and Normalization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(PK underlined, FK marked)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6304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WARDEN(</a:t>
            </a:r>
            <a:pPr indent="0" marL="0">
              <a:spcAft>
                <a:spcPts val="600"/>
              </a:spcAft>
              <a:buNone/>
            </a:pPr>
            <a:r>
              <a:rPr lang="en-US" sz="1150" b="1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warden_id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name, phone)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HOSTEL(</a:t>
            </a:r>
            <a:pPr indent="0" marL="0">
              <a:spcAft>
                <a:spcPts val="600"/>
              </a:spcAft>
              <a:buNone/>
            </a:pPr>
            <a:r>
              <a:rPr lang="en-US" sz="1150" b="1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hostel_id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hostel_name, hostel_type, warden_id FK)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ROOM(</a:t>
            </a:r>
            <a:pPr indent="0" marL="0">
              <a:spcAft>
                <a:spcPts val="600"/>
              </a:spcAft>
              <a:buNone/>
            </a:pPr>
            <a:r>
              <a:rPr lang="en-US" sz="1150" b="1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room_id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hostel_id FK, room_no, capacity, room_type, status)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STUDENT(</a:t>
            </a:r>
            <a:pPr indent="0" marL="0">
              <a:spcAft>
                <a:spcPts val="600"/>
              </a:spcAft>
              <a:buNone/>
            </a:pPr>
            <a:r>
              <a:rPr lang="en-US" sz="1150" b="1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roll_no, name, gender, phone, email, department, year)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ALLOCATION(</a:t>
            </a:r>
            <a:pPr indent="0" marL="0">
              <a:spcAft>
                <a:spcPts val="600"/>
              </a:spcAft>
              <a:buNone/>
            </a:pPr>
            <a:r>
              <a:rPr lang="en-US" sz="1150" b="1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allocation_id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student_id FK, room_id FK, allocation_date, vacate_date)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PAYMENT(</a:t>
            </a:r>
            <a:pPr indent="0" marL="0">
              <a:spcAft>
                <a:spcPts val="600"/>
              </a:spcAft>
              <a:buNone/>
            </a:pPr>
            <a:r>
              <a:rPr lang="en-US" sz="1150" b="1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payment_id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student_id FK, amount, payment_date, mode, status)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SERVICE_REQUEST(</a:t>
            </a:r>
            <a:pPr indent="0" marL="0">
              <a:spcAft>
                <a:spcPts val="600"/>
              </a:spcAft>
              <a:buNone/>
            </a:pPr>
            <a:r>
              <a:rPr lang="en-US" sz="1150" b="1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request_id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student_id FK, service_type, description, request_date, status)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to 3NF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146304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values, no repeating groups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single-column primary keys, no partial dependency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dependency; M:N Student-Room resolved by Allocation table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and Table Creation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3566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 hostel_db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tables with primary keys, foreign keys and constraints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UNIQUE: roll_no, email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capacity &gt; 0, amount &gt; 0, hostel_type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room status, request status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CASCADE on student foreign keys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records inserted in every table (INSERT, UPDATE, DELETE)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06240" y="1097280"/>
            <a:ext cx="4480560" cy="3703320"/>
          </a:xfrm>
          <a:prstGeom prst="rect">
            <a:avLst/>
          </a:prstGeom>
          <a:solidFill>
            <a:srgbClr val="F5F7FA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15968" y="1170432"/>
            <a:ext cx="4261104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8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DDL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hostel_db; USE hostel_db;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Student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student_id INT PRIMARY KEY AUTO_INCREMENT,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roll_no VARCHAR(15) UNIQUE NOT NULL,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VARCHAR(50) NOT NULL,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department VARCHAR(30) NOT NULL,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year INT NOT NULL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Allocation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allocation_id INT PRIMARY KEY AUTO_INCREMENT,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student_id INT NOT NULL,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room_id INT NOT NULL,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allocation_date DATE NOT NULL,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(student_id) REFERENCES Student(student_id)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DELETE CASCADE,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(room_id) REFERENCES Room(room_id)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8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Student (roll_no,name,department,year) VALUES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('25wu0101148','Uday Soni','CSE',1);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Service_Request SET status='Resolved'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request_id=1;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Service_Request WHERE request_id=5;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365760" cy="36576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70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14300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JOIN: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 their room and hostel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65760" cy="36576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170992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+ COUNT: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per hostel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04288"/>
            <a:ext cx="365760" cy="36576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304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27685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SUM: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fees paid per student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71216"/>
            <a:ext cx="365760" cy="36576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284378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HAVING: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that still have vacancy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38144"/>
            <a:ext cx="365760" cy="36576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341071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service requests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05072"/>
            <a:ext cx="365760" cy="36576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39776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/ MAX / MIN: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statistics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06240" y="1097280"/>
            <a:ext cx="4480560" cy="3703320"/>
          </a:xfrm>
          <a:prstGeom prst="rect">
            <a:avLst/>
          </a:prstGeom>
          <a:solidFill>
            <a:srgbClr val="F5F7FA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15968" y="1170432"/>
            <a:ext cx="4261104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8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-- 1 JOIN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s.name, h.hostel_name, r.room_no FROM Student 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Allocation a ON s.student_id=a.student_id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Room r ON a.room_id=r.room_id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Hostel h ON r.hostel_id=h.hostel_id;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8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-- 2 GROUP BY + COUNT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h.hostel_name, COUNT(a.allocation_id) AS occupied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Hostel h JOIN Room r ON h.hostel_id=r.hostel_id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Allocation a ON r.room_id=a.room_id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h.hostel_name;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8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-- 3 SUM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s.name, SUM(p.amount) AS total_paid FROM Student 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Payment p ON s.student_id=p.student_id GROUP BY s.name;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8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-- 4 HAVING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r.room_no, r.capacity, COUNT(a.allocation_id) AS occupied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Room r LEFT JOIN Allocation a ON r.room_id=a.room_id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r.room_id, r.room_no, r.capacity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occupied &lt; r.capacity;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8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-- 5 WHERE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s.name, sr.service_type FROM Service_Request sr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Student s ON sr.student_id=s.student_id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sr.status='Pending';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8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-- 6 AVG / MAX / MIN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AVG(amount), MAX(amount), MIN(amount) FROM Payment;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Demo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2606040" cy="237744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260604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17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202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student in the form, then show the new row in MySQL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64408" y="1188720"/>
            <a:ext cx="2606040" cy="237744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4408" y="1188720"/>
            <a:ext cx="260604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7288" y="1417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19202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all records in a table on the screen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71616" y="1188720"/>
            <a:ext cx="2606040" cy="237744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71616" y="1188720"/>
            <a:ext cx="260604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54496" y="1417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54496" y="19202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record, then show it gone from the database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shown reflected in the MySQL database (before and after).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(Tkinter) UI connected to MySQL using mysql-connector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2468880"/>
            <a:ext cx="1828800" cy="0"/>
          </a:xfrm>
          <a:prstGeom prst="line">
            <a:avLst/>
          </a:prstGeom>
          <a:noFill/>
          <a:ln w="31750">
            <a:solidFill>
              <a:srgbClr val="9DC3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Sindhu (25wu0102316)  |  Uday Soni (25wu0101148)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Hostel Accommodation and Student Services Management System</dc:title>
  <dc:subject>PptxGenJS Presentation</dc:subject>
  <dc:creator>PptxGenJS</dc:creator>
  <cp:lastModifiedBy>PptxGenJS</cp:lastModifiedBy>
  <cp:revision>1</cp:revision>
  <dcterms:created xsi:type="dcterms:W3CDTF">2026-10-07T03:46:20Z</dcterms:created>
  <dcterms:modified xsi:type="dcterms:W3CDTF">2026-10-07T03:46:20Z</dcterms:modified>
</cp:coreProperties>
</file>